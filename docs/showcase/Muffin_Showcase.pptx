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your money muffins.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cozy personal finance PWA that turns your Google Sheet into a live phone dashboard — income, expenses, investments, PF, and net worth.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showcase  ·  Amounts masked  ·  Galaxy A55 frames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63256" y="356616"/>
            <a:ext cx="2852928" cy="6053328"/>
          </a:xfrm>
          <a:prstGeom prst="roundRect">
            <a:avLst>
              <a:gd name="adj" fmla="val 5769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9" name="Image 0" descr="C:\Codes\MuffinPWA\docs\showcase\screen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11480"/>
            <a:ext cx="27432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 to pocket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ledger you trust — enjoy the dashboard you deserve.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3E8DC"/>
          </a:solidFill>
          <a:ln/>
          <a:effectLst>
            <a:outerShdw sx="100000" sy="100000" kx="0" ky="0" algn="bl" rotWithShape="0" blurRad="152400" dist="38100" dir="16200000">
              <a:srgbClr val="3D231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0" y="182880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track in Sheets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Expense, and Investment tabs stay human-editable.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3E8DC"/>
          </a:solidFill>
          <a:ln/>
          <a:effectLst>
            <a:outerShdw sx="100000" sy="100000" kx="0" ky="0" algn="bl" rotWithShape="0" blurRad="152400" dist="38100" dir="16200000">
              <a:srgbClr val="3D231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reads &amp; writes live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8404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OAuth-backed Netlify Functions sync securely — credentials never hit the browser.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146304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3E8DC"/>
          </a:solidFill>
          <a:ln/>
          <a:effectLst>
            <a:outerShdw sx="100000" sy="100000" kx="0" ky="0" algn="bl" rotWithShape="0" blurRad="152400" dist="38100" dir="16200000">
              <a:srgbClr val="3D231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0" y="182880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 clarity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38404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charts, ledger manage, planner scenarios, and six cozy themes.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your money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amounts for sharing · tap any KPI to drill 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179576"/>
            <a:ext cx="2430897" cy="5138928"/>
          </a:xfrm>
          <a:prstGeom prst="roundRect">
            <a:avLst>
              <a:gd name="adj" fmla="val 6771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7" name="Image 0" descr="C:\Codes\MuffinPWA\docs\showcase\screen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321169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73368"/>
            <a:ext cx="23211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KPIs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05656" y="1179576"/>
            <a:ext cx="2430897" cy="5138928"/>
          </a:xfrm>
          <a:prstGeom prst="roundRect">
            <a:avLst>
              <a:gd name="adj" fmla="val 6771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10" name="Image 1" descr="C:\Codes\MuffinPWA\docs\showcase\screens\02-home-m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34440"/>
            <a:ext cx="2321169" cy="502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6373368"/>
            <a:ext cx="23211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0" y="1371600"/>
            <a:ext cx="3931920" cy="4389120"/>
          </a:xfrm>
          <a:prstGeom prst="roundRect">
            <a:avLst>
              <a:gd name="adj" fmla="val 3256"/>
            </a:avLst>
          </a:prstGeom>
          <a:solidFill>
            <a:srgbClr val="F3E8DC"/>
          </a:solidFill>
          <a:ln/>
        </p:spPr>
      </p:sp>
      <p:sp>
        <p:nvSpPr>
          <p:cNvPr id="13" name="Text 9"/>
          <p:cNvSpPr/>
          <p:nvPr/>
        </p:nvSpPr>
        <p:spPr>
          <a:xfrm>
            <a:off x="80010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Home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001000" y="219456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Current-month income, spends, investments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breakup chips + full pie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hero card (theme accent)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Provident Fund under More Details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savings metrics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Drill-downs that feel native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sheets for charts and filtered lists — smooth enter &amp; exit.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42416" y="1133856"/>
            <a:ext cx="2473100" cy="5230368"/>
          </a:xfrm>
          <a:prstGeom prst="roundRect">
            <a:avLst>
              <a:gd name="adj" fmla="val 6655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7" name="Image 0" descr="C:\Codes\MuffinPWA\docs\showcase\screens\03-chart-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88720"/>
            <a:ext cx="2363372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1645920"/>
            <a:ext cx="5760720" cy="3840480"/>
          </a:xfrm>
          <a:prstGeom prst="roundRect">
            <a:avLst>
              <a:gd name="adj" fmla="val 3333"/>
            </a:avLst>
          </a:prstGeom>
          <a:solidFill>
            <a:srgbClr val="F3E8DC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modal kinds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0" y="256032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net worth, liquid, savings % trajectories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— investment allocation (theme-aware colors)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this-month income / expense / investment / PF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Portaled above the nav · dim backdrop · spring motion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cozy muffin themes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light · 3 dark — persisted, FOUC-safe, charts included.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1179576"/>
            <a:ext cx="2430897" cy="5138928"/>
          </a:xfrm>
          <a:prstGeom prst="roundRect">
            <a:avLst>
              <a:gd name="adj" fmla="val 6771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7" name="Image 0" descr="C:\Codes\MuffinPWA\docs\showcase\screens\04-theme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321169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373368"/>
            <a:ext cx="23211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picker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85616" y="1179576"/>
            <a:ext cx="2430897" cy="5138928"/>
          </a:xfrm>
          <a:prstGeom prst="roundRect">
            <a:avLst>
              <a:gd name="adj" fmla="val 6771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10" name="Image 1" descr="C:\Codes\MuffinPWA\docs\showcase\screens\05-theme-velv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34440"/>
            <a:ext cx="2321169" cy="502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6373368"/>
            <a:ext cx="23211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Velvet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06640" y="132588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AF5EF"/>
          </a:solidFill>
          <a:ln w="12700">
            <a:solidFill>
              <a:srgbClr val="E5D3B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89520" y="219456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0"/>
          <p:cNvSpPr/>
          <p:nvPr/>
        </p:nvSpPr>
        <p:spPr>
          <a:xfrm>
            <a:off x="754380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46920" y="132588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5F6FA"/>
          </a:solidFill>
          <a:ln w="12700">
            <a:solidFill>
              <a:srgbClr val="E5D3B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829800" y="2194560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3"/>
          <p:cNvSpPr/>
          <p:nvPr/>
        </p:nvSpPr>
        <p:spPr>
          <a:xfrm>
            <a:off x="978408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Blueberry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406640" y="28803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6F8F3"/>
          </a:solidFill>
          <a:ln w="12700">
            <a:solidFill>
              <a:srgbClr val="E5D3B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89520" y="3749040"/>
            <a:ext cx="292608" cy="292608"/>
          </a:xfrm>
          <a:prstGeom prst="ellipse">
            <a:avLst/>
          </a:prstGeom>
          <a:solidFill>
            <a:srgbClr val="65A30D"/>
          </a:solidFill>
          <a:ln/>
        </p:spPr>
      </p:sp>
      <p:sp>
        <p:nvSpPr>
          <p:cNvPr id="20" name="Text 16"/>
          <p:cNvSpPr/>
          <p:nvPr/>
        </p:nvSpPr>
        <p:spPr>
          <a:xfrm>
            <a:off x="754380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Pistachio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646920" y="28803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C130D"/>
          </a:solidFill>
          <a:ln w="12700">
            <a:solidFill>
              <a:srgbClr val="E5D3B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829800" y="37490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978408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406640" y="4434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A0C0E"/>
          </a:solidFill>
          <a:ln w="12700">
            <a:solidFill>
              <a:srgbClr val="E5D3B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589520" y="5303520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6" name="Text 22"/>
          <p:cNvSpPr/>
          <p:nvPr/>
        </p:nvSpPr>
        <p:spPr>
          <a:xfrm>
            <a:off x="7543800" y="4617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9646920" y="4434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7120A"/>
          </a:solidFill>
          <a:ln w="12700">
            <a:solidFill>
              <a:srgbClr val="E5D3B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829800" y="5303520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5"/>
          <p:cNvSpPr/>
          <p:nvPr/>
        </p:nvSpPr>
        <p:spPr>
          <a:xfrm>
            <a:off x="9784080" y="4617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what-if without the sheet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scenarios stay on-device in localStorage.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9536" y="1133856"/>
            <a:ext cx="2473100" cy="5230368"/>
          </a:xfrm>
          <a:prstGeom prst="roundRect">
            <a:avLst>
              <a:gd name="adj" fmla="val 6655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7" name="Image 0" descr="C:\Codes\MuffinPWA\docs\showcase\screens\06-pl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2363372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828800"/>
            <a:ext cx="6035040" cy="3474720"/>
          </a:xfrm>
          <a:prstGeom prst="roundRect">
            <a:avLst>
              <a:gd name="adj" fmla="val 3684"/>
            </a:avLst>
          </a:prstGeom>
          <a:solidFill>
            <a:srgbClr val="F3E8DC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21945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provisional income, expense, or investment lines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plan vs sheet for the current month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writes back to Google Sheets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when you are done experimenting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— search, filter, manage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write straight to your Google Sheet.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" y="1133856"/>
            <a:ext cx="2473100" cy="5230368"/>
          </a:xfrm>
          <a:prstGeom prst="roundRect">
            <a:avLst>
              <a:gd name="adj" fmla="val 6655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7" name="Image 0" descr="C:\Codes\MuffinPWA\docs\showcase\screens\07-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2363372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17136" y="1133856"/>
            <a:ext cx="2473100" cy="5230368"/>
          </a:xfrm>
          <a:prstGeom prst="roundRect">
            <a:avLst>
              <a:gd name="adj" fmla="val 6655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9" name="Image 1" descr="C:\Codes\MuffinPWA\docs\showcase\screens\09-add-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2363372" cy="5120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6419088"/>
            <a:ext cx="2363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modal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412480" y="1828800"/>
            <a:ext cx="3291840" cy="3291840"/>
          </a:xfrm>
          <a:prstGeom prst="roundRect">
            <a:avLst>
              <a:gd name="adj" fmla="val 3889"/>
            </a:avLst>
          </a:prstGeom>
          <a:solidFill>
            <a:srgbClr val="F3E8DC"/>
          </a:solidFill>
          <a:ln/>
        </p:spPr>
      </p:sp>
      <p:sp>
        <p:nvSpPr>
          <p:cNvPr id="12" name="Text 8"/>
          <p:cNvSpPr/>
          <p:nvPr/>
        </p:nvSpPr>
        <p:spPr>
          <a:xfrm>
            <a:off x="8641080" y="21488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date filters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Creatable Investment Type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labels carve out net worth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— history that stays readable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Per-month income, spends, investment, liquid, and savings %.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42816" y="1088136"/>
            <a:ext cx="2515303" cy="5321808"/>
          </a:xfrm>
          <a:prstGeom prst="roundRect">
            <a:avLst>
              <a:gd name="adj" fmla="val 6544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7" name="Image 0" descr="C:\Codes\MuffinPWA\docs\showcase\screens\08-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143000"/>
            <a:ext cx="2405575" cy="5212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645920"/>
            <a:ext cx="3383280" cy="3840480"/>
          </a:xfrm>
          <a:prstGeom prst="roundRect">
            <a:avLst>
              <a:gd name="adj" fmla="val 3784"/>
            </a:avLst>
          </a:prstGeom>
          <a:solidFill>
            <a:srgbClr val="F3E8D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seasonality, check savings discipline, and confirm investment cadence — without opening the spreadsheet.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polish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soft. Stay private when you need 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F3E8D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80160"/>
            <a:ext cx="10972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4475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masking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hides figures as •••• — perfect for demos and shoulder-surfing.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F3E8DC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423160"/>
            <a:ext cx="10972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8775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motion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springs, sliding tab pill, page fades, sheet enter/exit.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F3E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566160"/>
            <a:ext cx="10972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3075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controls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Hover/tap scale, accent glow, cozy focus rings on inputs.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F3E8DC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4709160"/>
            <a:ext cx="10972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7375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chrome, solid sheets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Header/nav blur; modals stay crisp above the floating nav.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secure, sheet-native.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926080" cy="1645920"/>
          </a:xfrm>
          <a:prstGeom prst="roundRect">
            <a:avLst>
              <a:gd name="adj" fmla="val 7778"/>
            </a:avLst>
          </a:prstGeom>
          <a:solidFill>
            <a:srgbClr val="F3E8D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2926080" cy="1645920"/>
          </a:xfrm>
          <a:prstGeom prst="roundRect">
            <a:avLst>
              <a:gd name="adj" fmla="val 7778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Function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2926080" cy="1645920"/>
          </a:xfrm>
          <a:prstGeom prst="roundRect">
            <a:avLst>
              <a:gd name="adj" fmla="val 7778"/>
            </a:avLst>
          </a:prstGeom>
          <a:solidFill>
            <a:srgbClr val="F3E8D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OAuth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never sees Google secrets. Metrics compute in the browser. Planner stays local. Theme &amp; mask persist in localStorage.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runtime. Rich feel.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37160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81160" y="137160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react-select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8116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Workbox PWA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48056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54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Functions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724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20440" y="448056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754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5760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448056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4754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/ DM Sans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796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81160" y="448056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3E8DC"/>
          </a:solidFill>
          <a:ln/>
        </p:spPr>
      </p:sp>
      <p:sp>
        <p:nvSpPr>
          <p:cNvPr id="40" name="Text 38"/>
          <p:cNvSpPr/>
          <p:nvPr/>
        </p:nvSpPr>
        <p:spPr>
          <a:xfrm>
            <a:off x="9418320" y="4754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1832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  ·  Cozy finance PWA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763256" y="448056"/>
            <a:ext cx="2768522" cy="5870448"/>
          </a:xfrm>
          <a:prstGeom prst="roundRect">
            <a:avLst>
              <a:gd name="adj" fmla="val 5945"/>
            </a:avLst>
          </a:prstGeom>
          <a:solidFill>
            <a:srgbClr val="1C130D"/>
          </a:solidFill>
          <a:ln/>
          <a:effectLst>
            <a:outerShdw sx="100000" sy="100000" kx="0" ky="0" algn="bl" rotWithShape="0" blurRad="228600" dist="50800" dir="16200000">
              <a:srgbClr val="3D2314">
                <a:alpha val="22000"/>
              </a:srgbClr>
            </a:outerShdw>
          </a:effectLst>
        </p:spPr>
      </p:sp>
      <p:pic>
        <p:nvPicPr>
          <p:cNvPr id="5" name="Image 0" descr="C:\Codes\MuffinPWA\docs\showcase\screens\10-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658794" cy="5760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Coded by Rahul Gouri, 2026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as a PWA on your phone. Keep the sheet. Enjoy the muffins.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C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Cursor &amp; GitHub Copilot.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6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in this deck are masked for privacy.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Muffin — Cozy Finance PWA Showcase</dc:title>
  <dc:subject>Product showcase (amounts masked)</dc:subject>
  <dc:creator>Rahul Gouri</dc:creator>
  <cp:lastModifiedBy>Rahul Gouri</cp:lastModifiedBy>
  <cp:revision>1</cp:revision>
  <dcterms:created xsi:type="dcterms:W3CDTF">2026-08-07T14:58:29Z</dcterms:created>
  <dcterms:modified xsi:type="dcterms:W3CDTF">2026-08-07T14:58:29Z</dcterms:modified>
</cp:coreProperties>
</file>